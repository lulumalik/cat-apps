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4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Pratistha Cendekia Prestasi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FDBFE"/>
                </a:solidFill>
              </a:defRPr>
            </a:pPr>
            <a:r>
              <a:t>CAT Apps — Presentasi Closing Aplikasi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Platform Web Bimbingan Belajar &amp; Simulasi Seleksi AKPOL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pratisthaindonesia.com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Periode Pengembangan: 4 Mei – 31 Mei 2026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Bandung, Juli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Agenda Presentasi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1. Latar belakang &amp; tujuan proyek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2. Ruang lingkup pekerjaan (12 poin perjanjian)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3. Alur platform dari awal sampai akhir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4. Fitur utama per peran pengguna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5. Spesifikasi teknis &amp; arsitektur sistem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6. Timeline pelaksanaan &amp; status penyelesaian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7. Fitur tambahan di luar ruang lingkup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8. Deploy produksi, maintenance &amp; penutup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Identitas Proyek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1D5DB"/>
                </a:solidFill>
              </a:defRPr>
            </a:pPr>
            <a:r>
              <a:t>Perjanjian Kerja Sama Pembuatan Aplikasi Software Bimbel — 4 Mei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23B8F"/>
                </a:solidFill>
              </a:defRPr>
            </a:pPr>
            <a:r>
              <a:t>PIHAK PERTAMA (Developer)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Lulu Maulana Malik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Sukasari No. 34, Cibiru, Bandung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Pengembang aplikasi CAT Apps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3258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23B8F"/>
                </a:solidFill>
              </a:defRPr>
            </a:pPr>
            <a:r>
              <a:t>PIHAK KEDUA (Klien)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7830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BJP. (P) Drs. H. Awang Anwarudin, M.H.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Kantor PP Polri Daerah Jabar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Jl. Sukamaju No. 142, Bandung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Latar Belakang &amp; Tujuan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Pratistha Cendekia Prestasi adalah bimbingan belajar persiapan seleksi Akademi Kepolisian (AKPOL).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Operasional bimbel membutuhkan sistem terintegrasi: pendaftaran, kelas, ujian CAT, monitoring perkembangan.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CAT Apps dibangun sebagai platform web modern untuk mendigitalisasi seluruh alur operasional.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Tujuan aplikasi: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• Memusatkan manajemen soal, ujian, dan kelas online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• Memantau perkembangan peserta secara real-time (dashboard + laporan)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• Menghubungkan peserta, mentor, admin, dan orang tua dalam satu ekosistem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• Menyediakan tryout publik sebagai funnel calon peserta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Ringkasan Eksekutif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✓ 12 poin ruang lingkup pekerjaan — SELESAI (beberapa dengan catatan teknis minor)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✓ Aplikasi live di https://pratisthaindonesia.com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✓ Arsitektur modern: Laravel 12 + Vue 3 + PostgreSQL + Docker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✓ 4 peran pengguna: Admin, Mentor, Peserta, Orang Tua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✓ Fitur tambahan: portal orang tua, sertifikat, PWA, anti-cheat, multi-bahasa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✓ Maintenance bug fixing aktif hingga 31 Mei 2027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Alur Platform — Dari Awal Sampai Akhir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123B8F"/>
                </a:solidFill>
              </a:defRPr>
            </a:pPr>
            <a:r>
              <a:t>BERANDA PUBLIK + TRYOUT GRATIS (/free-tryout)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B7280"/>
                </a:solidFill>
              </a:defRPr>
            </a:pPr>
            <a:r>
              <a:t>        ↓</a:t>
            </a:r>
          </a:p>
          <a:p>
            <a:pPr algn="ctr">
              <a:spcAft>
                <a:spcPts val="400"/>
              </a:spcAft>
              <a:defRPr sz="1700" b="1">
                <a:solidFill>
                  <a:srgbClr val="123B8F"/>
                </a:solidFill>
              </a:defRPr>
            </a:pPr>
            <a:r>
              <a:t>DAFTAR AKUN → Verifikasi Email → Pendaftaran Multi-Tahap</a:t>
            </a:r>
          </a:p>
          <a:p>
            <a:pPr algn="ctr">
              <a:spcAft>
                <a:spcPts val="400"/>
              </a:spcAft>
              <a:defRPr sz="1700" b="0">
                <a:solidFill>
                  <a:srgbClr val="123B8F"/>
                </a:solidFill>
              </a:defRPr>
            </a:pPr>
            <a:r>
              <a:t>   (Administrasi → Psikologi → Kesehatan → Fisik)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B7280"/>
                </a:solidFill>
              </a:defRPr>
            </a:pPr>
            <a:r>
              <a:t>        ↓</a:t>
            </a:r>
          </a:p>
          <a:p>
            <a:pPr algn="ctr">
              <a:spcAft>
                <a:spcPts val="400"/>
              </a:spcAft>
              <a:defRPr sz="1700" b="0">
                <a:solidFill>
                  <a:srgbClr val="123B8F"/>
                </a:solidFill>
              </a:defRPr>
            </a:pPr>
            <a:r>
              <a:t>APPROVAL ADMIN → Dashboard Terbuka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B7280"/>
                </a:solidFill>
              </a:defRPr>
            </a:pPr>
            <a:r>
              <a:t>        ↓</a:t>
            </a:r>
          </a:p>
          <a:p>
            <a:pPr algn="ctr">
              <a:spcAft>
                <a:spcPts val="400"/>
              </a:spcAft>
              <a:defRPr sz="1700" b="0">
                <a:solidFill>
                  <a:srgbClr val="123B8F"/>
                </a:solidFill>
              </a:defRPr>
            </a:pPr>
            <a:r>
              <a:t>KELAS SAYA (materi &amp; quiz) + UJIAN LINTAS MAPEL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B7280"/>
                </a:solidFill>
              </a:defRPr>
            </a:pPr>
            <a:r>
              <a:t>        ↓</a:t>
            </a:r>
          </a:p>
          <a:p>
            <a:pPr algn="ctr">
              <a:spcAft>
                <a:spcPts val="400"/>
              </a:spcAft>
              <a:defRPr sz="1700" b="0">
                <a:solidFill>
                  <a:srgbClr val="123B8F"/>
                </a:solidFill>
              </a:defRPr>
            </a:pPr>
            <a:r>
              <a:t>STAFF INPUT NILAI JASMANI &amp; LAPORAN HARIAN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B7280"/>
                </a:solidFill>
              </a:defRPr>
            </a:pPr>
            <a:r>
              <a:t>        ↓</a:t>
            </a:r>
          </a:p>
          <a:p>
            <a:pPr algn="ctr">
              <a:spcAft>
                <a:spcPts val="400"/>
              </a:spcAft>
              <a:defRPr sz="1700" b="0">
                <a:solidFill>
                  <a:srgbClr val="123B8F"/>
                </a:solidFill>
              </a:defRPr>
            </a:pPr>
            <a:r>
              <a:t>ORANG TUA PANTAU PERKEMBANGAN &amp; UNDUH PDF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Peran Pengguna &amp; Hak Akses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Fitur</a:t>
                      </a:r>
                    </a:p>
                  </a:txBody>
                  <a:tcPr>
                    <a:solidFill>
                      <a:srgbClr val="123B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Peserta</a:t>
                      </a:r>
                    </a:p>
                  </a:txBody>
                  <a:tcPr>
                    <a:solidFill>
                      <a:srgbClr val="123B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Orang Tua</a:t>
                      </a:r>
                    </a:p>
                  </a:txBody>
                  <a:tcPr>
                    <a:solidFill>
                      <a:srgbClr val="123B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Mentor</a:t>
                      </a:r>
                    </a:p>
                  </a:txBody>
                  <a:tcPr>
                    <a:solidFill>
                      <a:srgbClr val="123B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123B8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Pendaftaran multi-tahap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Review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Kelas &amp; materi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Quiz &amp; ujian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Kelola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Kelola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Dashboard perkembangan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✓*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Bank soal &amp; laporan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Manajemen user &amp; sertifikat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* Orang tua: hanya untuk anak yang terhubung via undangan token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Spesifikasi Teknis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23B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Teknologi</a:t>
                      </a:r>
                    </a:p>
                  </a:txBody>
                  <a:tcPr>
                    <a:solidFill>
                      <a:srgbClr val="123B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Fungsi</a:t>
                      </a:r>
                    </a:p>
                  </a:txBody>
                  <a:tcPr>
                    <a:solidFill>
                      <a:srgbClr val="123B8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Laravel 12, PHP 8.2+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API REST, auth, business logic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Vue 3, Pinia, Vite, Tailwind 4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SPA responsif + PWA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PostgreSQL (prod), SQLite (dev)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Data peserta, soal, nilai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PDF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DomPDF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Formulir pendaftaran &amp; laporan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Local + Cloudflare 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Berkas privat pendaftaran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Deploy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Docker, Apache, Coolify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Production server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Keamanan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CSRF, role middleware, email verify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Proteksi data &amp; akses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Ruang Lingkup Pekerjaan — Status 12 Poin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3B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Modul</a:t>
                      </a:r>
                    </a:p>
                  </a:txBody>
                  <a:tcPr>
                    <a:solidFill>
                      <a:srgbClr val="123B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23B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Halaman Utama</a:t>
                      </a:r>
                    </a:p>
                  </a:txBody>
                  <a:tcPr>
                    <a:solidFill>
                      <a:srgbClr val="123B8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Manajemen soal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Selesai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/question-bank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Ujian online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Selesai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/ujian, /quick-test/:id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Pendaftaran &amp;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Selesai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/registration, /admin/registration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Tryout aplikasi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Selesai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/free-tryout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Penilaian otomatis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Selesai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Auto-scoring PG 0–100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Dashboard aplikasi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Selesai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/dashboard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Modul offline &amp; online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Selesai*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Alur tes fisik + input jasmani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Manajemen user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Selesai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/users, /profile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Kelas online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Selesai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/my-classes, /class/:id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Bank soal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Selesai*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Pool terpusat soal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Laporan ujian &amp; pendaftaran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Selesai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/admin/student-reports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Email &amp; cloud server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Selesai*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pratisthaindonesia.com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Modul 1–2: Manajemen Soal &amp; Ujian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Bank Soal: CRUD soal PG (A–D) &amp; esai, kategori mapel, tingkat kesulitan, upload gambar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Quiz Kelas: tes per mata pelajaran, dilampirkan ke kelas bimbel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Ujian Formal: simulasi ujian lintas mapel via menu /ujian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Timer, jadwal mulai–selesai, satu submit per peserta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Anti-cheat: fullscreen, blok copy-paste, deteksi pindah tab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Urutan soal diacak per peserta; review jawaban via halaman submissions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Modul 3–4: Pendaftaran &amp; Tryout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Pendaftaran VIP/Reguler: Administrasi → Psikologi → Kesehatan → Fisik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Kelas Online/Ujian: verifikasi email → pembayaran → konfirmasi admin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Upload berkas privat (KTP, KK, rapor, foto) — hanya akses autentikasi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Admin review per tahap: setujui, revisi, atau tolak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Tryout gratis publik tanpa login di /free-tryout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Skor tryout langsung ditampilkan; rekap tersedia untuk staff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Modul 5–6: Penilaian Otomatis &amp;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Pilihan ganda: penilaian otomatis skala 0–100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Esai: disimpan untuk penilaian manual mentor/admin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Setelah quiz/ujian: auto laporan harian + update grafik perkembangan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Dashboard Admin: statistik platform, drill-down per siswa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Dashboard Mentor: kelas diampu, tes terjadwal, aktivitas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Dashboard Peserta: grafik nilai mapel, ujian, jasmani, riwayat aktivitas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Modul 7–9: Offline/Online, User &amp; Kelas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Online penuh: kelas, materi, quiz, ujian, dashboard, laporan, PWA installable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Offline operasional: tes psikologi/kesehatan/fisik di lokasi + input jasmani staff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Manajemen user: CRUD, import CSV, role, masa aktif per program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Masa aktif: VIP/Reguler 1 tahun | Kelas Online 6 bln | Kelas Ujian 3 bln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Kelas bimbel: materi per sesi, quiz, undang peserta, ruang kelas digital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Program Kelas Ujian: akses exam-only tanpa ruang kelas penuh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Modul 10–12: Bank Soal, Laporan &amp; Infrastruktur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Bank soal terpusat — assign langsung ke definisi tes/ujian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Laporan harian: manual staff atau otomatis setelah quiz/ujian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Ringkasan mingguan: auto-generate Senin–Minggu (WIB)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PDF perkembangan: unduh oleh orang tua dari halaman /child/{id}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Peringkat internal: akademik (otomatis) + jasmani (input manual)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Email SMTP + deploy Docker Coolify + backup terjadwal PostgreSQL &amp; storage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Fitur Tambahan (Di Luar Ruang Lingkup Minimal)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Fitur</a:t>
                      </a:r>
                    </a:p>
                  </a:txBody>
                  <a:tcPr>
                    <a:solidFill>
                      <a:srgbClr val="123B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Manfaat</a:t>
                      </a:r>
                    </a:p>
                  </a:txBody>
                  <a:tcPr>
                    <a:solidFill>
                      <a:srgbClr val="123B8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Portal Orang Tua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Undangan via token; pantau perkembangan anak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Sertifikat Digital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Template per program; penerbitan &amp; unduh PDF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Blog / Materi Publik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Halaman beranda, artikel, SEO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Notifikasi In-App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Pemberitahuan real-time di aplikasi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PWA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Installable di perangkat mobile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Multi-bahasa (ID/EN)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Toggle bahasa Indonesia / English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Anti-cheat ujian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Proteksi integritas pengerjaan soal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Timeline Pelaksanaan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7924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123B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23B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Keterangan</a:t>
                      </a:r>
                    </a:p>
                  </a:txBody>
                  <a:tcPr>
                    <a:solidFill>
                      <a:srgbClr val="123B8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Kick-off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4 Mei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Mulai pengembangan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Progress 90%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Minggu ke-3 Mei 2026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Modul inti selesai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Selesai &amp; Deploy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31 Mei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Aplikasi live produksi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Laporan Closing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8 Juli 2026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Serah terima &amp; pertanggungjawaban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s.d. 31 Mei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Bug fixing 12 bulan (Pasal 4)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Demo Alur — Per Peran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23B8F"/>
                </a:solidFill>
              </a:defRPr>
            </a:pPr>
            <a:r>
              <a:t>Peserta (Calon Taruna)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1. Daftar &amp; verifikasi email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2. Isi pendaftaran multi-tahap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3. Tunggu approval admin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4. Akses kelas &amp; kerjakan quiz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5. Ikuti ujian lintas mapel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6. Lihat dashboard perkembangan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3258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23B8F"/>
                </a:solidFill>
              </a:defRPr>
            </a:pPr>
            <a:r>
              <a:t>Mentor &amp; 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7830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1. Kelola bank soal &amp; buat tes/ujian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2. Atur kelas, materi, undang peserta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3. Review pendaftaran &amp; submissions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4. Input nilai jasmani &amp; laporan harian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5. Generate laporan mingguan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6. Terbitkan sertifikat &amp; undang orang tua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Portal Orang Tua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900">
                <a:solidFill>
                  <a:srgbClr val="1F2937"/>
                </a:solidFill>
              </a:defRPr>
            </a:pPr>
            <a:r>
              <a:t>Admin/Mentor mengirim undangan via token ke orang tua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900">
                <a:solidFill>
                  <a:srgbClr val="1F2937"/>
                </a:solidFill>
              </a:defRPr>
            </a:pPr>
            <a:r>
              <a:t>Orang tua mendaftar/login dengan username khusus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900">
                <a:solidFill>
                  <a:srgbClr val="1F2937"/>
                </a:solidFill>
              </a:defRPr>
            </a:pPr>
            <a:r>
              <a:t>Melihat daftar anak yang terhubung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900">
                <a:solidFill>
                  <a:srgbClr val="1F2937"/>
                </a:solidFill>
              </a:defRPr>
            </a:pPr>
            <a:r>
              <a:t>Memantau grafik nilai akademik (skala 1–100) dan jasmani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900">
                <a:solidFill>
                  <a:srgbClr val="1F2937"/>
                </a:solidFill>
              </a:defRPr>
            </a:pPr>
            <a:r>
              <a:t>Membaca laporan harian &amp; ringkasan mingguan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900">
                <a:solidFill>
                  <a:srgbClr val="1F2937"/>
                </a:solidFill>
              </a:defRPr>
            </a:pPr>
            <a:r>
              <a:t>Mengunduh PDF laporan perkembangan ananda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Catatan &amp; Batasan Teknis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Soal esai tidak dinilai otomatis — penilaian dilakukan staff Admin/Mentor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Modul offline = alur tes di lokasi fisik, bukan ujian tanpa internet di perangkat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Bank soal berfungsi sebagai pool terpusat (belum ada UI grouping paket terpisah)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Revisi maksimal 5 kali sesuai Pasal 5 perjanjian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Berkas pendaftaran disimpan privat — tidak dapat diakses publik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4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Penutup &amp; Serah Terima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Aplikasi Pratistha Cendekia Prestasi (CAT Apps) telah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selesai dikembangkan dan beroperasi di produksi.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Siap digunakan untuk operasional bimbingan belajar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persiapan seleksi AKPOL.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FDBFE"/>
                </a:solidFill>
              </a:defRPr>
            </a:pPr>
            <a:r>
              <a:t>Website: pratisthaindonesia.com</a:t>
            </a:r>
          </a:p>
          <a:p>
            <a:pPr algn="ctr">
              <a:defRPr sz="1400">
                <a:solidFill>
                  <a:srgbClr val="BFDBFE"/>
                </a:solidFill>
              </a:defRPr>
            </a:pPr>
            <a:r>
              <a:t>Email: administrator@pratisthaindonesia.com</a:t>
            </a:r>
          </a:p>
          <a:p>
            <a:pPr algn="ctr">
              <a:defRPr sz="1400">
                <a:solidFill>
                  <a:srgbClr val="BFDBFE"/>
                </a:solidFill>
              </a:defRPr>
            </a:pPr>
            <a:r>
              <a:t>WhatsApp: +62 813-8964-488 | Instagram: @pratistha.cendikia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A623"/>
                </a:solidFill>
              </a:defRPr>
            </a:pPr>
            <a: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